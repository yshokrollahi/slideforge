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5250"/>
          </a:xfrm>
          <a:prstGeom prst="rect">
            <a:avLst>
              <a:gd name="adj" fmla="val 76800"/>
            </a:avLst>
          </a:prstGeom>
          <a:solidFill>
            <a:srgbClr val="000000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53456" y="0"/>
            <a:ext cx="1438239" cy="6858000"/>
          </a:xfrm>
          <a:prstGeom prst="rect">
            <a:avLst>
              <a:gd name="adj" fmla="val 5086"/>
            </a:avLst>
          </a:prstGeom>
          <a:solidFill>
            <a:srgbClr val="F8FAFC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733" y="2190750"/>
            <a:ext cx="1047724" cy="57150"/>
          </a:xfrm>
          <a:prstGeom prst="rect">
            <a:avLst>
              <a:gd name="adj" fmla="val 128000"/>
            </a:avLst>
          </a:prstGeom>
          <a:solidFill>
            <a:srgbClr val="2563EB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733" y="2571750"/>
            <a:ext cx="4781430" cy="3067050"/>
          </a:xfrm>
          <a:prstGeom prst="rect">
            <a:avLst>
              <a:gd name="adj" fmla="val 2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377" y="5000625"/>
            <a:ext cx="876278" cy="323850"/>
          </a:xfrm>
          <a:prstGeom prst="rect">
            <a:avLst>
              <a:gd name="adj" fmla="val 22588"/>
            </a:avLst>
          </a:prstGeom>
          <a:solidFill>
            <a:srgbClr val="EFF6FF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85903" y="5000625"/>
            <a:ext cx="952476" cy="323850"/>
          </a:xfrm>
          <a:prstGeom prst="rect">
            <a:avLst>
              <a:gd name="adj" fmla="val 22588"/>
            </a:avLst>
          </a:prstGeom>
          <a:solidFill>
            <a:srgbClr val="EFF6FF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3151" y="5000625"/>
            <a:ext cx="761981" cy="323850"/>
          </a:xfrm>
          <a:prstGeom prst="rect">
            <a:avLst>
              <a:gd name="adj" fmla="val 22588"/>
            </a:avLst>
          </a:prstGeom>
          <a:solidFill>
            <a:srgbClr val="EFF6FF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09905" y="5000625"/>
            <a:ext cx="723882" cy="323850"/>
          </a:xfrm>
          <a:prstGeom prst="rect">
            <a:avLst>
              <a:gd name="adj" fmla="val 22588"/>
            </a:avLst>
          </a:prstGeom>
          <a:solidFill>
            <a:srgbClr val="EFF6FF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10105" y="2571750"/>
            <a:ext cx="4800480" cy="3086100"/>
          </a:xfrm>
          <a:prstGeom prst="rect">
            <a:avLst>
              <a:gd name="adj" fmla="val 2370"/>
            </a:avLst>
          </a:prstGeom>
          <a:solidFill>
            <a:srgbClr val="000000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733" y="400050"/>
            <a:ext cx="2095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VITAMINPSCOPE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6733" y="904875"/>
            <a:ext cx="8858029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VitaminPScope: bringing whole-slide AI inference into an interactive pathology workflow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6733" y="1619250"/>
            <a:ext cx="857228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lightweight platform for loading WSIs, running ROI or whole-slide inference, visualizing results, and exporting analysis-ready outputs.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377" y="2857500"/>
            <a:ext cx="4000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presentation covers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4377" y="3333750"/>
            <a:ext cx="4095648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Why we built VitaminPScope</a:t>
            </a:r>
            <a:endParaRPr lang="en-US" sz="1425" dirty="0"/>
          </a:p>
          <a:p>
            <a:pPr algn="l" indent="0" marL="0">
              <a:buNone/>
            </a:pPr>
            <a:r>
              <a:rPr lang="en-US" sz="14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How it compares with public and commercial platforms</a:t>
            </a:r>
            <a:endParaRPr lang="en-US" sz="1425" dirty="0"/>
          </a:p>
          <a:p>
            <a:pPr algn="l" indent="0" marL="0">
              <a:buNone/>
            </a:pPr>
            <a:r>
              <a:rPr lang="en-US" sz="14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Core architecture and technology choices</a:t>
            </a:r>
            <a:endParaRPr lang="en-US" sz="1425" dirty="0"/>
          </a:p>
          <a:p>
            <a:pPr algn="l" indent="0" marL="0">
              <a:buNone/>
            </a:pPr>
            <a:r>
              <a:rPr lang="en-US" sz="14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User workflow from slide upload to export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057249" y="5076825"/>
            <a:ext cx="6191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WSI + ROI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2038299" y="5076825"/>
            <a:ext cx="7429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overlays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3105072" y="5076825"/>
            <a:ext cx="5143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3981350" y="5076825"/>
            <a:ext cx="438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667333" y="3714750"/>
            <a:ext cx="304792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hero image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screenshot / architecture visual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296368" y="6286500"/>
            <a:ext cx="476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SlideForge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Presentation</dc:title>
  <dc:subject>Editable HTML to PowerPoint</dc:subject>
  <dc:creator>SlideForge</dc:creator>
  <cp:lastModifiedBy>SlideForge</cp:lastModifiedBy>
  <cp:revision>1</cp:revision>
  <dcterms:created xsi:type="dcterms:W3CDTF">2026-04-07T17:05:11Z</dcterms:created>
  <dcterms:modified xsi:type="dcterms:W3CDTF">2026-04-07T17:05:11Z</dcterms:modified>
</cp:coreProperties>
</file>